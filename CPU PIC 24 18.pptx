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4" r:id="rId1"/>
  </p:sld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AC651ED-AE90-4845-946C-673B826566D8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7D7D0CE-5086-4668-B79E-5B7D10F370AD}">
      <dgm:prSet/>
      <dgm:spPr/>
      <dgm:t>
        <a:bodyPr/>
        <a:lstStyle/>
        <a:p>
          <a:r>
            <a:rPr lang="pl-PL" dirty="0"/>
            <a:t>Model 			PIC18			PIC24</a:t>
          </a:r>
          <a:endParaRPr lang="en-US" dirty="0"/>
        </a:p>
      </dgm:t>
    </dgm:pt>
    <dgm:pt modelId="{1C7D2626-4F42-4453-AC6F-DB9C8F6B75EB}" type="parTrans" cxnId="{36B41C29-4D18-47FC-9CED-492B715088E1}">
      <dgm:prSet/>
      <dgm:spPr/>
      <dgm:t>
        <a:bodyPr/>
        <a:lstStyle/>
        <a:p>
          <a:endParaRPr lang="en-US"/>
        </a:p>
      </dgm:t>
    </dgm:pt>
    <dgm:pt modelId="{E6DF8320-E814-409B-BFE8-203982145F34}" type="sibTrans" cxnId="{36B41C29-4D18-47FC-9CED-492B715088E1}">
      <dgm:prSet/>
      <dgm:spPr/>
      <dgm:t>
        <a:bodyPr/>
        <a:lstStyle/>
        <a:p>
          <a:endParaRPr lang="en-US"/>
        </a:p>
      </dgm:t>
    </dgm:pt>
    <dgm:pt modelId="{0ADF7DE5-C8DB-464D-A244-CF9671B816A3}">
      <dgm:prSet/>
      <dgm:spPr/>
      <dgm:t>
        <a:bodyPr/>
        <a:lstStyle/>
        <a:p>
          <a:r>
            <a:rPr lang="pl-PL"/>
            <a:t>Szerokość danych	8-bit			16-bit</a:t>
          </a:r>
          <a:endParaRPr lang="en-US"/>
        </a:p>
      </dgm:t>
    </dgm:pt>
    <dgm:pt modelId="{91CE75AB-C572-4E76-9914-995DA2D5109C}" type="parTrans" cxnId="{60D71ADE-D4E2-4ACF-ACBC-EAA8E5BA5DBB}">
      <dgm:prSet/>
      <dgm:spPr/>
      <dgm:t>
        <a:bodyPr/>
        <a:lstStyle/>
        <a:p>
          <a:endParaRPr lang="en-US"/>
        </a:p>
      </dgm:t>
    </dgm:pt>
    <dgm:pt modelId="{A55E813E-763E-4BEA-9420-DF873F1C9F16}" type="sibTrans" cxnId="{60D71ADE-D4E2-4ACF-ACBC-EAA8E5BA5DBB}">
      <dgm:prSet/>
      <dgm:spPr/>
      <dgm:t>
        <a:bodyPr/>
        <a:lstStyle/>
        <a:p>
          <a:endParaRPr lang="en-US"/>
        </a:p>
      </dgm:t>
    </dgm:pt>
    <dgm:pt modelId="{329271B6-BD44-4E77-8CB9-8DB8498388FD}">
      <dgm:prSet/>
      <dgm:spPr/>
      <dgm:t>
        <a:bodyPr/>
        <a:lstStyle/>
        <a:p>
          <a:r>
            <a:rPr lang="pl-PL" dirty="0"/>
            <a:t>Moc obliczeniowa	Niska (około 4 MIPS) 	Wysoka (od 16 do 70 MIPS)</a:t>
          </a:r>
          <a:endParaRPr lang="en-US" dirty="0"/>
        </a:p>
      </dgm:t>
    </dgm:pt>
    <dgm:pt modelId="{FBE0E1BA-6551-4C60-B3E1-A77F8FF1E05B}" type="parTrans" cxnId="{8D070CFA-D91B-4829-89AC-BF746DB7840B}">
      <dgm:prSet/>
      <dgm:spPr/>
      <dgm:t>
        <a:bodyPr/>
        <a:lstStyle/>
        <a:p>
          <a:endParaRPr lang="en-US"/>
        </a:p>
      </dgm:t>
    </dgm:pt>
    <dgm:pt modelId="{E4053DC1-5184-4A68-BD2C-BCBD1F03E723}" type="sibTrans" cxnId="{8D070CFA-D91B-4829-89AC-BF746DB7840B}">
      <dgm:prSet/>
      <dgm:spPr/>
      <dgm:t>
        <a:bodyPr/>
        <a:lstStyle/>
        <a:p>
          <a:endParaRPr lang="en-US"/>
        </a:p>
      </dgm:t>
    </dgm:pt>
    <dgm:pt modelId="{8C167518-86B1-4555-B6E3-2F03023CB15C}">
      <dgm:prSet/>
      <dgm:spPr/>
      <dgm:t>
        <a:bodyPr/>
        <a:lstStyle/>
        <a:p>
          <a:r>
            <a:rPr lang="pl-PL"/>
            <a:t>Architektura		Harvardzka (8-bit)	Harvardzka (16-bit)</a:t>
          </a:r>
          <a:endParaRPr lang="en-US"/>
        </a:p>
      </dgm:t>
    </dgm:pt>
    <dgm:pt modelId="{81E52C5B-A815-4BCD-A361-7AD31123F4E6}" type="parTrans" cxnId="{A6B9F6BD-8724-44C7-837F-FFA5DED511F9}">
      <dgm:prSet/>
      <dgm:spPr/>
      <dgm:t>
        <a:bodyPr/>
        <a:lstStyle/>
        <a:p>
          <a:endParaRPr lang="en-US"/>
        </a:p>
      </dgm:t>
    </dgm:pt>
    <dgm:pt modelId="{3B6C7E29-B66B-4BDB-A801-D971E266F50C}" type="sibTrans" cxnId="{A6B9F6BD-8724-44C7-837F-FFA5DED511F9}">
      <dgm:prSet/>
      <dgm:spPr/>
      <dgm:t>
        <a:bodyPr/>
        <a:lstStyle/>
        <a:p>
          <a:endParaRPr lang="en-US"/>
        </a:p>
      </dgm:t>
    </dgm:pt>
    <dgm:pt modelId="{7F19EF01-ABAA-4162-AE23-5AADA02104EF}">
      <dgm:prSet/>
      <dgm:spPr/>
      <dgm:t>
        <a:bodyPr/>
        <a:lstStyle/>
        <a:p>
          <a:r>
            <a:rPr lang="pl-PL" dirty="0"/>
            <a:t>Pamięć RAM		Mała (2-3 </a:t>
          </a:r>
          <a:r>
            <a:rPr lang="pl-PL" dirty="0" err="1"/>
            <a:t>kB</a:t>
          </a:r>
          <a:r>
            <a:rPr lang="pl-PL" dirty="0"/>
            <a:t>)		Znacznie większa (8-16 </a:t>
          </a:r>
          <a:r>
            <a:rPr lang="pl-PL" dirty="0" err="1"/>
            <a:t>kB</a:t>
          </a:r>
          <a:r>
            <a:rPr lang="pl-PL" dirty="0"/>
            <a:t>)</a:t>
          </a:r>
          <a:endParaRPr lang="en-US" dirty="0"/>
        </a:p>
      </dgm:t>
    </dgm:pt>
    <dgm:pt modelId="{BC4256ED-6667-4CFC-A864-DAC59CBA1E31}" type="parTrans" cxnId="{10A24767-D443-4CB6-A67A-142FFBDD2F33}">
      <dgm:prSet/>
      <dgm:spPr/>
      <dgm:t>
        <a:bodyPr/>
        <a:lstStyle/>
        <a:p>
          <a:endParaRPr lang="en-US"/>
        </a:p>
      </dgm:t>
    </dgm:pt>
    <dgm:pt modelId="{885FE8AE-CD6E-4602-BA99-4A2DF93554DC}" type="sibTrans" cxnId="{10A24767-D443-4CB6-A67A-142FFBDD2F33}">
      <dgm:prSet/>
      <dgm:spPr/>
      <dgm:t>
        <a:bodyPr/>
        <a:lstStyle/>
        <a:p>
          <a:endParaRPr lang="en-US"/>
        </a:p>
      </dgm:t>
    </dgm:pt>
    <dgm:pt modelId="{DC0DAE54-73E4-4675-A86B-8388376E68A4}">
      <dgm:prSet/>
      <dgm:spPr/>
      <dgm:t>
        <a:bodyPr/>
        <a:lstStyle/>
        <a:p>
          <a:r>
            <a:rPr lang="pl-PL" dirty="0"/>
            <a:t>Zastosowanie		Sterowanie, USB	Zaawansowane obliczenia</a:t>
          </a:r>
          <a:endParaRPr lang="en-US" dirty="0"/>
        </a:p>
      </dgm:t>
    </dgm:pt>
    <dgm:pt modelId="{2B6406B1-BEF6-43F4-999D-1FE1064876F0}" type="parTrans" cxnId="{2F4276AD-4C1D-4C76-924A-60453B953E4A}">
      <dgm:prSet/>
      <dgm:spPr/>
      <dgm:t>
        <a:bodyPr/>
        <a:lstStyle/>
        <a:p>
          <a:endParaRPr lang="en-US"/>
        </a:p>
      </dgm:t>
    </dgm:pt>
    <dgm:pt modelId="{7FDA3369-568D-4C77-A821-DC11F4627AF7}" type="sibTrans" cxnId="{2F4276AD-4C1D-4C76-924A-60453B953E4A}">
      <dgm:prSet/>
      <dgm:spPr/>
      <dgm:t>
        <a:bodyPr/>
        <a:lstStyle/>
        <a:p>
          <a:endParaRPr lang="en-US"/>
        </a:p>
      </dgm:t>
    </dgm:pt>
    <dgm:pt modelId="{98CEABA2-336E-4B0A-9C5E-6A2E724C38B6}" type="pres">
      <dgm:prSet presAssocID="{BAC651ED-AE90-4845-946C-673B826566D8}" presName="vert0" presStyleCnt="0">
        <dgm:presLayoutVars>
          <dgm:dir/>
          <dgm:animOne val="branch"/>
          <dgm:animLvl val="lvl"/>
        </dgm:presLayoutVars>
      </dgm:prSet>
      <dgm:spPr/>
    </dgm:pt>
    <dgm:pt modelId="{EDB8239C-F183-4FCA-ABBF-A67EFD26D493}" type="pres">
      <dgm:prSet presAssocID="{E7D7D0CE-5086-4668-B79E-5B7D10F370AD}" presName="thickLine" presStyleLbl="alignNode1" presStyleIdx="0" presStyleCnt="6"/>
      <dgm:spPr/>
    </dgm:pt>
    <dgm:pt modelId="{ED283994-A694-4969-B3A0-ACDAC83E242E}" type="pres">
      <dgm:prSet presAssocID="{E7D7D0CE-5086-4668-B79E-5B7D10F370AD}" presName="horz1" presStyleCnt="0"/>
      <dgm:spPr/>
    </dgm:pt>
    <dgm:pt modelId="{6F4A849C-C8F8-4891-8069-330E132626D0}" type="pres">
      <dgm:prSet presAssocID="{E7D7D0CE-5086-4668-B79E-5B7D10F370AD}" presName="tx1" presStyleLbl="revTx" presStyleIdx="0" presStyleCnt="6"/>
      <dgm:spPr/>
    </dgm:pt>
    <dgm:pt modelId="{4F9F4DB5-660D-497A-AED9-5A2F127139E1}" type="pres">
      <dgm:prSet presAssocID="{E7D7D0CE-5086-4668-B79E-5B7D10F370AD}" presName="vert1" presStyleCnt="0"/>
      <dgm:spPr/>
    </dgm:pt>
    <dgm:pt modelId="{68C850FC-B862-4ED4-9F61-E63F120286B7}" type="pres">
      <dgm:prSet presAssocID="{0ADF7DE5-C8DB-464D-A244-CF9671B816A3}" presName="thickLine" presStyleLbl="alignNode1" presStyleIdx="1" presStyleCnt="6"/>
      <dgm:spPr/>
    </dgm:pt>
    <dgm:pt modelId="{CF09FED9-521E-43CC-88AA-EA86492799EA}" type="pres">
      <dgm:prSet presAssocID="{0ADF7DE5-C8DB-464D-A244-CF9671B816A3}" presName="horz1" presStyleCnt="0"/>
      <dgm:spPr/>
    </dgm:pt>
    <dgm:pt modelId="{FC74646B-3F8A-4DCD-8214-3B67A927C5EB}" type="pres">
      <dgm:prSet presAssocID="{0ADF7DE5-C8DB-464D-A244-CF9671B816A3}" presName="tx1" presStyleLbl="revTx" presStyleIdx="1" presStyleCnt="6"/>
      <dgm:spPr/>
    </dgm:pt>
    <dgm:pt modelId="{626F60E2-84DE-4F39-A0C9-2450C80AE803}" type="pres">
      <dgm:prSet presAssocID="{0ADF7DE5-C8DB-464D-A244-CF9671B816A3}" presName="vert1" presStyleCnt="0"/>
      <dgm:spPr/>
    </dgm:pt>
    <dgm:pt modelId="{74EAA706-1633-453E-818C-8987F5C2E1C2}" type="pres">
      <dgm:prSet presAssocID="{329271B6-BD44-4E77-8CB9-8DB8498388FD}" presName="thickLine" presStyleLbl="alignNode1" presStyleIdx="2" presStyleCnt="6"/>
      <dgm:spPr/>
    </dgm:pt>
    <dgm:pt modelId="{B6F95142-0EEE-4F54-94C9-4BB926255B80}" type="pres">
      <dgm:prSet presAssocID="{329271B6-BD44-4E77-8CB9-8DB8498388FD}" presName="horz1" presStyleCnt="0"/>
      <dgm:spPr/>
    </dgm:pt>
    <dgm:pt modelId="{93C10E8A-5817-40F7-864D-02D3E73AFF75}" type="pres">
      <dgm:prSet presAssocID="{329271B6-BD44-4E77-8CB9-8DB8498388FD}" presName="tx1" presStyleLbl="revTx" presStyleIdx="2" presStyleCnt="6"/>
      <dgm:spPr/>
    </dgm:pt>
    <dgm:pt modelId="{2072AF53-6BBE-43C6-91B8-86ADD142EA63}" type="pres">
      <dgm:prSet presAssocID="{329271B6-BD44-4E77-8CB9-8DB8498388FD}" presName="vert1" presStyleCnt="0"/>
      <dgm:spPr/>
    </dgm:pt>
    <dgm:pt modelId="{A295A9EA-AF07-4ED7-B397-CEA6D077D7D2}" type="pres">
      <dgm:prSet presAssocID="{8C167518-86B1-4555-B6E3-2F03023CB15C}" presName="thickLine" presStyleLbl="alignNode1" presStyleIdx="3" presStyleCnt="6"/>
      <dgm:spPr/>
    </dgm:pt>
    <dgm:pt modelId="{FCCBA515-6A4F-4969-89C5-C539B33C8415}" type="pres">
      <dgm:prSet presAssocID="{8C167518-86B1-4555-B6E3-2F03023CB15C}" presName="horz1" presStyleCnt="0"/>
      <dgm:spPr/>
    </dgm:pt>
    <dgm:pt modelId="{44570422-B6DC-4529-8DD5-77EABF6DCCE5}" type="pres">
      <dgm:prSet presAssocID="{8C167518-86B1-4555-B6E3-2F03023CB15C}" presName="tx1" presStyleLbl="revTx" presStyleIdx="3" presStyleCnt="6"/>
      <dgm:spPr/>
    </dgm:pt>
    <dgm:pt modelId="{C0F1DEC5-0F2E-452B-9E57-2F77A17F8A8E}" type="pres">
      <dgm:prSet presAssocID="{8C167518-86B1-4555-B6E3-2F03023CB15C}" presName="vert1" presStyleCnt="0"/>
      <dgm:spPr/>
    </dgm:pt>
    <dgm:pt modelId="{ABFCE9A4-504F-48B6-B35A-1FA4DF10B947}" type="pres">
      <dgm:prSet presAssocID="{7F19EF01-ABAA-4162-AE23-5AADA02104EF}" presName="thickLine" presStyleLbl="alignNode1" presStyleIdx="4" presStyleCnt="6"/>
      <dgm:spPr/>
    </dgm:pt>
    <dgm:pt modelId="{0B565F56-92A4-4E89-AC12-84038BC274EB}" type="pres">
      <dgm:prSet presAssocID="{7F19EF01-ABAA-4162-AE23-5AADA02104EF}" presName="horz1" presStyleCnt="0"/>
      <dgm:spPr/>
    </dgm:pt>
    <dgm:pt modelId="{DA01D1B0-03A6-456B-BC70-6211CDC6303E}" type="pres">
      <dgm:prSet presAssocID="{7F19EF01-ABAA-4162-AE23-5AADA02104EF}" presName="tx1" presStyleLbl="revTx" presStyleIdx="4" presStyleCnt="6"/>
      <dgm:spPr/>
    </dgm:pt>
    <dgm:pt modelId="{7E506BC0-A64B-4DA9-95C7-588596BF8967}" type="pres">
      <dgm:prSet presAssocID="{7F19EF01-ABAA-4162-AE23-5AADA02104EF}" presName="vert1" presStyleCnt="0"/>
      <dgm:spPr/>
    </dgm:pt>
    <dgm:pt modelId="{28B47475-93FF-44AA-91C5-7A9BBC0668ED}" type="pres">
      <dgm:prSet presAssocID="{DC0DAE54-73E4-4675-A86B-8388376E68A4}" presName="thickLine" presStyleLbl="alignNode1" presStyleIdx="5" presStyleCnt="6"/>
      <dgm:spPr/>
    </dgm:pt>
    <dgm:pt modelId="{100C8613-D406-4FAB-89AE-CFA851C2A142}" type="pres">
      <dgm:prSet presAssocID="{DC0DAE54-73E4-4675-A86B-8388376E68A4}" presName="horz1" presStyleCnt="0"/>
      <dgm:spPr/>
    </dgm:pt>
    <dgm:pt modelId="{0154A741-C960-45B9-9DA0-504604E0685D}" type="pres">
      <dgm:prSet presAssocID="{DC0DAE54-73E4-4675-A86B-8388376E68A4}" presName="tx1" presStyleLbl="revTx" presStyleIdx="5" presStyleCnt="6"/>
      <dgm:spPr/>
    </dgm:pt>
    <dgm:pt modelId="{D65EE8C7-7917-41B0-8FDF-278E2CB25255}" type="pres">
      <dgm:prSet presAssocID="{DC0DAE54-73E4-4675-A86B-8388376E68A4}" presName="vert1" presStyleCnt="0"/>
      <dgm:spPr/>
    </dgm:pt>
  </dgm:ptLst>
  <dgm:cxnLst>
    <dgm:cxn modelId="{DAA46220-F571-45AF-967C-D9682536BA50}" type="presOf" srcId="{DC0DAE54-73E4-4675-A86B-8388376E68A4}" destId="{0154A741-C960-45B9-9DA0-504604E0685D}" srcOrd="0" destOrd="0" presId="urn:microsoft.com/office/officeart/2008/layout/LinedList"/>
    <dgm:cxn modelId="{FC79EE27-5929-4332-B62D-E0FDA17DC7E8}" type="presOf" srcId="{BAC651ED-AE90-4845-946C-673B826566D8}" destId="{98CEABA2-336E-4B0A-9C5E-6A2E724C38B6}" srcOrd="0" destOrd="0" presId="urn:microsoft.com/office/officeart/2008/layout/LinedList"/>
    <dgm:cxn modelId="{36B41C29-4D18-47FC-9CED-492B715088E1}" srcId="{BAC651ED-AE90-4845-946C-673B826566D8}" destId="{E7D7D0CE-5086-4668-B79E-5B7D10F370AD}" srcOrd="0" destOrd="0" parTransId="{1C7D2626-4F42-4453-AC6F-DB9C8F6B75EB}" sibTransId="{E6DF8320-E814-409B-BFE8-203982145F34}"/>
    <dgm:cxn modelId="{03A4852E-AAAA-43A2-B1F9-9E41FF0AB335}" type="presOf" srcId="{8C167518-86B1-4555-B6E3-2F03023CB15C}" destId="{44570422-B6DC-4529-8DD5-77EABF6DCCE5}" srcOrd="0" destOrd="0" presId="urn:microsoft.com/office/officeart/2008/layout/LinedList"/>
    <dgm:cxn modelId="{91BC9244-6744-4787-B267-6F9E2A2E033F}" type="presOf" srcId="{7F19EF01-ABAA-4162-AE23-5AADA02104EF}" destId="{DA01D1B0-03A6-456B-BC70-6211CDC6303E}" srcOrd="0" destOrd="0" presId="urn:microsoft.com/office/officeart/2008/layout/LinedList"/>
    <dgm:cxn modelId="{10A24767-D443-4CB6-A67A-142FFBDD2F33}" srcId="{BAC651ED-AE90-4845-946C-673B826566D8}" destId="{7F19EF01-ABAA-4162-AE23-5AADA02104EF}" srcOrd="4" destOrd="0" parTransId="{BC4256ED-6667-4CFC-A864-DAC59CBA1E31}" sibTransId="{885FE8AE-CD6E-4602-BA99-4A2DF93554DC}"/>
    <dgm:cxn modelId="{CBD0A788-10B5-42F0-B48B-78F989F15711}" type="presOf" srcId="{329271B6-BD44-4E77-8CB9-8DB8498388FD}" destId="{93C10E8A-5817-40F7-864D-02D3E73AFF75}" srcOrd="0" destOrd="0" presId="urn:microsoft.com/office/officeart/2008/layout/LinedList"/>
    <dgm:cxn modelId="{2BC7989B-F100-4499-AD88-64CDB91DC3B1}" type="presOf" srcId="{0ADF7DE5-C8DB-464D-A244-CF9671B816A3}" destId="{FC74646B-3F8A-4DCD-8214-3B67A927C5EB}" srcOrd="0" destOrd="0" presId="urn:microsoft.com/office/officeart/2008/layout/LinedList"/>
    <dgm:cxn modelId="{2F4276AD-4C1D-4C76-924A-60453B953E4A}" srcId="{BAC651ED-AE90-4845-946C-673B826566D8}" destId="{DC0DAE54-73E4-4675-A86B-8388376E68A4}" srcOrd="5" destOrd="0" parTransId="{2B6406B1-BEF6-43F4-999D-1FE1064876F0}" sibTransId="{7FDA3369-568D-4C77-A821-DC11F4627AF7}"/>
    <dgm:cxn modelId="{A6B9F6BD-8724-44C7-837F-FFA5DED511F9}" srcId="{BAC651ED-AE90-4845-946C-673B826566D8}" destId="{8C167518-86B1-4555-B6E3-2F03023CB15C}" srcOrd="3" destOrd="0" parTransId="{81E52C5B-A815-4BCD-A361-7AD31123F4E6}" sibTransId="{3B6C7E29-B66B-4BDB-A801-D971E266F50C}"/>
    <dgm:cxn modelId="{8732DEBF-78E3-4E7D-A3A1-38B975BC8EF9}" type="presOf" srcId="{E7D7D0CE-5086-4668-B79E-5B7D10F370AD}" destId="{6F4A849C-C8F8-4891-8069-330E132626D0}" srcOrd="0" destOrd="0" presId="urn:microsoft.com/office/officeart/2008/layout/LinedList"/>
    <dgm:cxn modelId="{60D71ADE-D4E2-4ACF-ACBC-EAA8E5BA5DBB}" srcId="{BAC651ED-AE90-4845-946C-673B826566D8}" destId="{0ADF7DE5-C8DB-464D-A244-CF9671B816A3}" srcOrd="1" destOrd="0" parTransId="{91CE75AB-C572-4E76-9914-995DA2D5109C}" sibTransId="{A55E813E-763E-4BEA-9420-DF873F1C9F16}"/>
    <dgm:cxn modelId="{8D070CFA-D91B-4829-89AC-BF746DB7840B}" srcId="{BAC651ED-AE90-4845-946C-673B826566D8}" destId="{329271B6-BD44-4E77-8CB9-8DB8498388FD}" srcOrd="2" destOrd="0" parTransId="{FBE0E1BA-6551-4C60-B3E1-A77F8FF1E05B}" sibTransId="{E4053DC1-5184-4A68-BD2C-BCBD1F03E723}"/>
    <dgm:cxn modelId="{20E58B3B-3719-44E5-B7BD-267501468F87}" type="presParOf" srcId="{98CEABA2-336E-4B0A-9C5E-6A2E724C38B6}" destId="{EDB8239C-F183-4FCA-ABBF-A67EFD26D493}" srcOrd="0" destOrd="0" presId="urn:microsoft.com/office/officeart/2008/layout/LinedList"/>
    <dgm:cxn modelId="{A878E15E-3C21-4415-ACE9-A347BC6B64B2}" type="presParOf" srcId="{98CEABA2-336E-4B0A-9C5E-6A2E724C38B6}" destId="{ED283994-A694-4969-B3A0-ACDAC83E242E}" srcOrd="1" destOrd="0" presId="urn:microsoft.com/office/officeart/2008/layout/LinedList"/>
    <dgm:cxn modelId="{EF16D949-878D-4D0D-9820-E6F159626E60}" type="presParOf" srcId="{ED283994-A694-4969-B3A0-ACDAC83E242E}" destId="{6F4A849C-C8F8-4891-8069-330E132626D0}" srcOrd="0" destOrd="0" presId="urn:microsoft.com/office/officeart/2008/layout/LinedList"/>
    <dgm:cxn modelId="{FB5C99D1-2C1B-4DC0-8849-FC24396144C0}" type="presParOf" srcId="{ED283994-A694-4969-B3A0-ACDAC83E242E}" destId="{4F9F4DB5-660D-497A-AED9-5A2F127139E1}" srcOrd="1" destOrd="0" presId="urn:microsoft.com/office/officeart/2008/layout/LinedList"/>
    <dgm:cxn modelId="{91E08C1F-B418-4B00-9342-7DB895C1EF91}" type="presParOf" srcId="{98CEABA2-336E-4B0A-9C5E-6A2E724C38B6}" destId="{68C850FC-B862-4ED4-9F61-E63F120286B7}" srcOrd="2" destOrd="0" presId="urn:microsoft.com/office/officeart/2008/layout/LinedList"/>
    <dgm:cxn modelId="{53E1EE08-8BF5-4F94-ADB9-56DBF1C3874E}" type="presParOf" srcId="{98CEABA2-336E-4B0A-9C5E-6A2E724C38B6}" destId="{CF09FED9-521E-43CC-88AA-EA86492799EA}" srcOrd="3" destOrd="0" presId="urn:microsoft.com/office/officeart/2008/layout/LinedList"/>
    <dgm:cxn modelId="{B9B76377-5BC2-4767-A3E3-36A4D1FCE345}" type="presParOf" srcId="{CF09FED9-521E-43CC-88AA-EA86492799EA}" destId="{FC74646B-3F8A-4DCD-8214-3B67A927C5EB}" srcOrd="0" destOrd="0" presId="urn:microsoft.com/office/officeart/2008/layout/LinedList"/>
    <dgm:cxn modelId="{3372C650-4AAD-41C9-B5D0-4DC0CB2DA2A3}" type="presParOf" srcId="{CF09FED9-521E-43CC-88AA-EA86492799EA}" destId="{626F60E2-84DE-4F39-A0C9-2450C80AE803}" srcOrd="1" destOrd="0" presId="urn:microsoft.com/office/officeart/2008/layout/LinedList"/>
    <dgm:cxn modelId="{3645D15C-8D8F-4148-9684-8D5992EB65E1}" type="presParOf" srcId="{98CEABA2-336E-4B0A-9C5E-6A2E724C38B6}" destId="{74EAA706-1633-453E-818C-8987F5C2E1C2}" srcOrd="4" destOrd="0" presId="urn:microsoft.com/office/officeart/2008/layout/LinedList"/>
    <dgm:cxn modelId="{743A17A9-66D3-4C18-80C9-C5407D77FEF9}" type="presParOf" srcId="{98CEABA2-336E-4B0A-9C5E-6A2E724C38B6}" destId="{B6F95142-0EEE-4F54-94C9-4BB926255B80}" srcOrd="5" destOrd="0" presId="urn:microsoft.com/office/officeart/2008/layout/LinedList"/>
    <dgm:cxn modelId="{494E89F0-076A-4F55-89D9-7C9A231A90F3}" type="presParOf" srcId="{B6F95142-0EEE-4F54-94C9-4BB926255B80}" destId="{93C10E8A-5817-40F7-864D-02D3E73AFF75}" srcOrd="0" destOrd="0" presId="urn:microsoft.com/office/officeart/2008/layout/LinedList"/>
    <dgm:cxn modelId="{0DD509C4-F06E-44F1-89E5-09803FA2442E}" type="presParOf" srcId="{B6F95142-0EEE-4F54-94C9-4BB926255B80}" destId="{2072AF53-6BBE-43C6-91B8-86ADD142EA63}" srcOrd="1" destOrd="0" presId="urn:microsoft.com/office/officeart/2008/layout/LinedList"/>
    <dgm:cxn modelId="{FFB0B42E-6FBA-45BD-BE3E-ABB58285EF42}" type="presParOf" srcId="{98CEABA2-336E-4B0A-9C5E-6A2E724C38B6}" destId="{A295A9EA-AF07-4ED7-B397-CEA6D077D7D2}" srcOrd="6" destOrd="0" presId="urn:microsoft.com/office/officeart/2008/layout/LinedList"/>
    <dgm:cxn modelId="{1A39DD6A-8EAB-418D-BB4E-CE8A8FEF99E9}" type="presParOf" srcId="{98CEABA2-336E-4B0A-9C5E-6A2E724C38B6}" destId="{FCCBA515-6A4F-4969-89C5-C539B33C8415}" srcOrd="7" destOrd="0" presId="urn:microsoft.com/office/officeart/2008/layout/LinedList"/>
    <dgm:cxn modelId="{85D68B96-9A1B-4B39-BAAE-3FFCD21ECF76}" type="presParOf" srcId="{FCCBA515-6A4F-4969-89C5-C539B33C8415}" destId="{44570422-B6DC-4529-8DD5-77EABF6DCCE5}" srcOrd="0" destOrd="0" presId="urn:microsoft.com/office/officeart/2008/layout/LinedList"/>
    <dgm:cxn modelId="{E511202B-EB5F-4B75-8A0A-254B8055C122}" type="presParOf" srcId="{FCCBA515-6A4F-4969-89C5-C539B33C8415}" destId="{C0F1DEC5-0F2E-452B-9E57-2F77A17F8A8E}" srcOrd="1" destOrd="0" presId="urn:microsoft.com/office/officeart/2008/layout/LinedList"/>
    <dgm:cxn modelId="{5807A5C5-56DC-432B-A20F-6553EB6B4286}" type="presParOf" srcId="{98CEABA2-336E-4B0A-9C5E-6A2E724C38B6}" destId="{ABFCE9A4-504F-48B6-B35A-1FA4DF10B947}" srcOrd="8" destOrd="0" presId="urn:microsoft.com/office/officeart/2008/layout/LinedList"/>
    <dgm:cxn modelId="{283ADE6C-1B09-40FB-86AD-A4A48A4356EA}" type="presParOf" srcId="{98CEABA2-336E-4B0A-9C5E-6A2E724C38B6}" destId="{0B565F56-92A4-4E89-AC12-84038BC274EB}" srcOrd="9" destOrd="0" presId="urn:microsoft.com/office/officeart/2008/layout/LinedList"/>
    <dgm:cxn modelId="{85DB9E1E-F5A9-4A45-8563-FDEF25706632}" type="presParOf" srcId="{0B565F56-92A4-4E89-AC12-84038BC274EB}" destId="{DA01D1B0-03A6-456B-BC70-6211CDC6303E}" srcOrd="0" destOrd="0" presId="urn:microsoft.com/office/officeart/2008/layout/LinedList"/>
    <dgm:cxn modelId="{7726528D-3716-4190-932E-7980197D93BE}" type="presParOf" srcId="{0B565F56-92A4-4E89-AC12-84038BC274EB}" destId="{7E506BC0-A64B-4DA9-95C7-588596BF8967}" srcOrd="1" destOrd="0" presId="urn:microsoft.com/office/officeart/2008/layout/LinedList"/>
    <dgm:cxn modelId="{EEE9F787-95D9-44CC-A095-CB3F686E0F9C}" type="presParOf" srcId="{98CEABA2-336E-4B0A-9C5E-6A2E724C38B6}" destId="{28B47475-93FF-44AA-91C5-7A9BBC0668ED}" srcOrd="10" destOrd="0" presId="urn:microsoft.com/office/officeart/2008/layout/LinedList"/>
    <dgm:cxn modelId="{03F02340-94AE-48FC-837F-EB9F7ACBA984}" type="presParOf" srcId="{98CEABA2-336E-4B0A-9C5E-6A2E724C38B6}" destId="{100C8613-D406-4FAB-89AE-CFA851C2A142}" srcOrd="11" destOrd="0" presId="urn:microsoft.com/office/officeart/2008/layout/LinedList"/>
    <dgm:cxn modelId="{412B26E9-6D24-4DEE-AB59-75FE377B3E6B}" type="presParOf" srcId="{100C8613-D406-4FAB-89AE-CFA851C2A142}" destId="{0154A741-C960-45B9-9DA0-504604E0685D}" srcOrd="0" destOrd="0" presId="urn:microsoft.com/office/officeart/2008/layout/LinedList"/>
    <dgm:cxn modelId="{72447427-FA5C-4CC4-B2B0-4D3089A1D16B}" type="presParOf" srcId="{100C8613-D406-4FAB-89AE-CFA851C2A142}" destId="{D65EE8C7-7917-41B0-8FDF-278E2CB2525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B8239C-F183-4FCA-ABBF-A67EFD26D493}">
      <dsp:nvSpPr>
        <dsp:cNvPr id="0" name=""/>
        <dsp:cNvSpPr/>
      </dsp:nvSpPr>
      <dsp:spPr>
        <a:xfrm>
          <a:off x="0" y="2243"/>
          <a:ext cx="106535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4A849C-C8F8-4891-8069-330E132626D0}">
      <dsp:nvSpPr>
        <dsp:cNvPr id="0" name=""/>
        <dsp:cNvSpPr/>
      </dsp:nvSpPr>
      <dsp:spPr>
        <a:xfrm>
          <a:off x="0" y="2243"/>
          <a:ext cx="10653579" cy="764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400" kern="1200" dirty="0"/>
            <a:t>Model 			PIC18			PIC24</a:t>
          </a:r>
          <a:endParaRPr lang="en-US" sz="2400" kern="1200" dirty="0"/>
        </a:p>
      </dsp:txBody>
      <dsp:txXfrm>
        <a:off x="0" y="2243"/>
        <a:ext cx="10653579" cy="764890"/>
      </dsp:txXfrm>
    </dsp:sp>
    <dsp:sp modelId="{68C850FC-B862-4ED4-9F61-E63F120286B7}">
      <dsp:nvSpPr>
        <dsp:cNvPr id="0" name=""/>
        <dsp:cNvSpPr/>
      </dsp:nvSpPr>
      <dsp:spPr>
        <a:xfrm>
          <a:off x="0" y="767133"/>
          <a:ext cx="106535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74646B-3F8A-4DCD-8214-3B67A927C5EB}">
      <dsp:nvSpPr>
        <dsp:cNvPr id="0" name=""/>
        <dsp:cNvSpPr/>
      </dsp:nvSpPr>
      <dsp:spPr>
        <a:xfrm>
          <a:off x="0" y="767133"/>
          <a:ext cx="10653579" cy="764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400" kern="1200"/>
            <a:t>Szerokość danych	8-bit			16-bit</a:t>
          </a:r>
          <a:endParaRPr lang="en-US" sz="2400" kern="1200"/>
        </a:p>
      </dsp:txBody>
      <dsp:txXfrm>
        <a:off x="0" y="767133"/>
        <a:ext cx="10653579" cy="764890"/>
      </dsp:txXfrm>
    </dsp:sp>
    <dsp:sp modelId="{74EAA706-1633-453E-818C-8987F5C2E1C2}">
      <dsp:nvSpPr>
        <dsp:cNvPr id="0" name=""/>
        <dsp:cNvSpPr/>
      </dsp:nvSpPr>
      <dsp:spPr>
        <a:xfrm>
          <a:off x="0" y="1532023"/>
          <a:ext cx="106535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C10E8A-5817-40F7-864D-02D3E73AFF75}">
      <dsp:nvSpPr>
        <dsp:cNvPr id="0" name=""/>
        <dsp:cNvSpPr/>
      </dsp:nvSpPr>
      <dsp:spPr>
        <a:xfrm>
          <a:off x="0" y="1532023"/>
          <a:ext cx="10653579" cy="764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400" kern="1200" dirty="0"/>
            <a:t>Moc obliczeniowa	Niska (około 4 MIPS) 	Wysoka (od 16 do 70 MIPS)</a:t>
          </a:r>
          <a:endParaRPr lang="en-US" sz="2400" kern="1200" dirty="0"/>
        </a:p>
      </dsp:txBody>
      <dsp:txXfrm>
        <a:off x="0" y="1532023"/>
        <a:ext cx="10653579" cy="764890"/>
      </dsp:txXfrm>
    </dsp:sp>
    <dsp:sp modelId="{A295A9EA-AF07-4ED7-B397-CEA6D077D7D2}">
      <dsp:nvSpPr>
        <dsp:cNvPr id="0" name=""/>
        <dsp:cNvSpPr/>
      </dsp:nvSpPr>
      <dsp:spPr>
        <a:xfrm>
          <a:off x="0" y="2296913"/>
          <a:ext cx="106535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570422-B6DC-4529-8DD5-77EABF6DCCE5}">
      <dsp:nvSpPr>
        <dsp:cNvPr id="0" name=""/>
        <dsp:cNvSpPr/>
      </dsp:nvSpPr>
      <dsp:spPr>
        <a:xfrm>
          <a:off x="0" y="2296914"/>
          <a:ext cx="10653579" cy="764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400" kern="1200"/>
            <a:t>Architektura		Harvardzka (8-bit)	Harvardzka (16-bit)</a:t>
          </a:r>
          <a:endParaRPr lang="en-US" sz="2400" kern="1200"/>
        </a:p>
      </dsp:txBody>
      <dsp:txXfrm>
        <a:off x="0" y="2296914"/>
        <a:ext cx="10653579" cy="764890"/>
      </dsp:txXfrm>
    </dsp:sp>
    <dsp:sp modelId="{ABFCE9A4-504F-48B6-B35A-1FA4DF10B947}">
      <dsp:nvSpPr>
        <dsp:cNvPr id="0" name=""/>
        <dsp:cNvSpPr/>
      </dsp:nvSpPr>
      <dsp:spPr>
        <a:xfrm>
          <a:off x="0" y="3061804"/>
          <a:ext cx="106535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01D1B0-03A6-456B-BC70-6211CDC6303E}">
      <dsp:nvSpPr>
        <dsp:cNvPr id="0" name=""/>
        <dsp:cNvSpPr/>
      </dsp:nvSpPr>
      <dsp:spPr>
        <a:xfrm>
          <a:off x="0" y="3061804"/>
          <a:ext cx="10653579" cy="764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400" kern="1200" dirty="0"/>
            <a:t>Pamięć RAM		Mała (2-3 </a:t>
          </a:r>
          <a:r>
            <a:rPr lang="pl-PL" sz="2400" kern="1200" dirty="0" err="1"/>
            <a:t>kB</a:t>
          </a:r>
          <a:r>
            <a:rPr lang="pl-PL" sz="2400" kern="1200" dirty="0"/>
            <a:t>)		Znacznie większa (8-16 </a:t>
          </a:r>
          <a:r>
            <a:rPr lang="pl-PL" sz="2400" kern="1200" dirty="0" err="1"/>
            <a:t>kB</a:t>
          </a:r>
          <a:r>
            <a:rPr lang="pl-PL" sz="2400" kern="1200" dirty="0"/>
            <a:t>)</a:t>
          </a:r>
          <a:endParaRPr lang="en-US" sz="2400" kern="1200" dirty="0"/>
        </a:p>
      </dsp:txBody>
      <dsp:txXfrm>
        <a:off x="0" y="3061804"/>
        <a:ext cx="10653579" cy="764890"/>
      </dsp:txXfrm>
    </dsp:sp>
    <dsp:sp modelId="{28B47475-93FF-44AA-91C5-7A9BBC0668ED}">
      <dsp:nvSpPr>
        <dsp:cNvPr id="0" name=""/>
        <dsp:cNvSpPr/>
      </dsp:nvSpPr>
      <dsp:spPr>
        <a:xfrm>
          <a:off x="0" y="3826694"/>
          <a:ext cx="106535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54A741-C960-45B9-9DA0-504604E0685D}">
      <dsp:nvSpPr>
        <dsp:cNvPr id="0" name=""/>
        <dsp:cNvSpPr/>
      </dsp:nvSpPr>
      <dsp:spPr>
        <a:xfrm>
          <a:off x="0" y="3826694"/>
          <a:ext cx="10653579" cy="764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400" kern="1200" dirty="0"/>
            <a:t>Zastosowanie		Sterowanie, USB	Zaawansowane obliczenia</a:t>
          </a:r>
          <a:endParaRPr lang="en-US" sz="2400" kern="1200" dirty="0"/>
        </a:p>
      </dsp:txBody>
      <dsp:txXfrm>
        <a:off x="0" y="3826694"/>
        <a:ext cx="10653579" cy="7648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656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846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986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298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200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581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551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075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41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6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820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361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27" r:id="rId6"/>
    <p:sldLayoutId id="2147483723" r:id="rId7"/>
    <p:sldLayoutId id="2147483724" r:id="rId8"/>
    <p:sldLayoutId id="2147483725" r:id="rId9"/>
    <p:sldLayoutId id="2147483726" r:id="rId10"/>
    <p:sldLayoutId id="2147483728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1BA7680-B1FB-4B6B-2155-45DD5D6C4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Płytka drukowana">
            <a:extLst>
              <a:ext uri="{FF2B5EF4-FFF2-40B4-BE49-F238E27FC236}">
                <a16:creationId xmlns:a16="http://schemas.microsoft.com/office/drawing/2014/main" id="{C57C35A1-E701-1763-B9E6-4F63F40945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391" r="9091"/>
          <a:stretch>
            <a:fillRect/>
          </a:stretch>
        </p:blipFill>
        <p:spPr>
          <a:xfrm>
            <a:off x="20" y="-1"/>
            <a:ext cx="12191980" cy="6858001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9CCD9CD-49AE-3D3E-923B-81ECD3FBF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32383"/>
            <a:ext cx="12192000" cy="4525617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5000">
                <a:srgbClr val="000000">
                  <a:alpha val="35000"/>
                </a:srgbClr>
              </a:gs>
              <a:gs pos="100000">
                <a:srgbClr val="000000">
                  <a:alpha val="45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1124C21-1961-8A64-6803-1AE9BE2093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5649" y="1369434"/>
            <a:ext cx="9040702" cy="1925898"/>
          </a:xfrm>
        </p:spPr>
        <p:txBody>
          <a:bodyPr>
            <a:normAutofit/>
          </a:bodyPr>
          <a:lstStyle/>
          <a:p>
            <a:pPr algn="l"/>
            <a:r>
              <a:rPr lang="pl-PL" sz="6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CPU PIC 24, CPU PIC 18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BBE8DD2-3AB9-B85A-6BCF-CB2489D94A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8805" y="3562669"/>
            <a:ext cx="8837546" cy="644789"/>
          </a:xfrm>
        </p:spPr>
        <p:txBody>
          <a:bodyPr>
            <a:normAutofit/>
          </a:bodyPr>
          <a:lstStyle/>
          <a:p>
            <a:pPr algn="r"/>
            <a:r>
              <a:rPr lang="pl-PL" sz="2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Łukasz Malinowski</a:t>
            </a:r>
          </a:p>
        </p:txBody>
      </p:sp>
    </p:spTree>
    <p:extLst>
      <p:ext uri="{BB962C8B-B14F-4D97-AF65-F5344CB8AC3E}">
        <p14:creationId xmlns:p14="http://schemas.microsoft.com/office/powerpoint/2010/main" val="12955858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1A81CED-8AD1-C130-DA74-011900BB4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0" dirty="0">
                <a:latin typeface="Arial" panose="020B0604020202020204" pitchFamily="34" charset="0"/>
                <a:cs typeface="Arial" panose="020B0604020202020204" pitchFamily="34" charset="0"/>
              </a:rPr>
              <a:t>Mikrokontrolery PIC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3B1FF0A-CE44-65D4-0F14-FF695F665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Mikrokontrolery PIC to rodzina układów wykorzystywanych w elektronice i automatyce. Charakteryzują się dużą uniwersalnością oraz dostępnością wielu wersji dostosowanych do różnych zastosowań. W skład tej rodziny wchodzą m.in. PIC16, PIC18 oraz PIC24, które różnią się między sobą przede wszystkim wydajnością, architekturą oraz możliwościami sprzętowymi.</a:t>
            </a:r>
          </a:p>
        </p:txBody>
      </p:sp>
    </p:spTree>
    <p:extLst>
      <p:ext uri="{BB962C8B-B14F-4D97-AF65-F5344CB8AC3E}">
        <p14:creationId xmlns:p14="http://schemas.microsoft.com/office/powerpoint/2010/main" val="1899681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1B9F7-F5DE-953F-191F-44C68204A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AD435C-9D61-6AD4-1F1A-026CC5627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0" dirty="0">
                <a:latin typeface="Arial" panose="020B0604020202020204" pitchFamily="34" charset="0"/>
                <a:cs typeface="Arial" panose="020B0604020202020204" pitchFamily="34" charset="0"/>
              </a:rPr>
              <a:t>CPU PIC24 i CPU PIC18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24DBC2F-B9C9-3D9B-E48A-394107B110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l-PL" sz="2400">
                <a:latin typeface="Arial" panose="020B0604020202020204" pitchFamily="34" charset="0"/>
                <a:cs typeface="Arial" panose="020B0604020202020204" pitchFamily="34" charset="0"/>
              </a:rPr>
              <a:t>Mikrokontrolery z rodzin PIC24 i PIC18 są produkowane przez firmę Microchip Technology i należą do układów typu RISC, czyli wykorzystujących uproszczony zestaw instrukcji. Są one powszechnie stosowane w systemach wbudowanych, ponieważ w jednym układzie scalonym łączą procesor, pamięć oraz różnorodne peryferia. Dzięki temu umożliwiają tworzenie wydajnych urządzeń elektronicznych.</a:t>
            </a:r>
            <a:endParaRPr lang="pl-PL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9651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F8E8A-36E8-C875-9166-D459EAC2B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153724-B764-CBC0-3EC6-C75D2DF9C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0" dirty="0">
                <a:latin typeface="Arial" panose="020B0604020202020204" pitchFamily="34" charset="0"/>
                <a:cs typeface="Arial" panose="020B0604020202020204" pitchFamily="34" charset="0"/>
              </a:rPr>
              <a:t>CPU PIC18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564782F-75A1-214B-1B8A-305A3162E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322340"/>
            <a:ext cx="10653579" cy="45938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Mikrokontrolery PIC18 są jednostkami 8-bitowymi, które wykorzystują zmodyfikowaną architekturę harwardzką. Pamięć programu oraz pamięć danych są od siebie oddzielone, co pozwala na szybsze wykonywanie operacji. W porównaniu do starszych serii oferują lepszą wydajność. Są dość popularne w prostszych układach sterowania, zasilaczach, interfejsach (USB, CAN).</a:t>
            </a:r>
          </a:p>
        </p:txBody>
      </p:sp>
    </p:spTree>
    <p:extLst>
      <p:ext uri="{BB962C8B-B14F-4D97-AF65-F5344CB8AC3E}">
        <p14:creationId xmlns:p14="http://schemas.microsoft.com/office/powerpoint/2010/main" val="43078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57FED-5A99-5E4A-6517-88574AE16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3FCA31A-0BA7-CE0D-6D9D-198D1C8E3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0" dirty="0">
                <a:latin typeface="Arial" panose="020B0604020202020204" pitchFamily="34" charset="0"/>
                <a:cs typeface="Arial" panose="020B0604020202020204" pitchFamily="34" charset="0"/>
              </a:rPr>
              <a:t>CPU PIC24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2FCDA4A-4711-5BA9-4B17-E912BFEC7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276620"/>
            <a:ext cx="10653579" cy="45938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l-PL" sz="2400" dirty="0">
                <a:latin typeface="Arial" panose="020B0604020202020204" pitchFamily="34" charset="0"/>
                <a:cs typeface="Arial" panose="020B0604020202020204" pitchFamily="34" charset="0"/>
              </a:rPr>
              <a:t>Mikrokontrolery PIC24 to nowocześniejsze jednostki 16-bitowe, które zapewniają znacznie większą wydajność niż PIC18. Osiągają one wysoką liczbę operacji na sekundę, co pozwala na realizację bardziej wymagających zadań. Posiadają liniową przestrzeń adresową pamięci, co upraszcza zarządzanie danymi i programowaniem. Znajdują zastosowania w sterownikach silników, urządzeniach pomiarowych, graficznych interfejsach HMI oraz w systemach audio.</a:t>
            </a:r>
          </a:p>
        </p:txBody>
      </p:sp>
    </p:spTree>
    <p:extLst>
      <p:ext uri="{BB962C8B-B14F-4D97-AF65-F5344CB8AC3E}">
        <p14:creationId xmlns:p14="http://schemas.microsoft.com/office/powerpoint/2010/main" val="1490501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CDBB6-AFE7-4C88-7483-0088D2257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BA1D870-7FC8-4085-E38B-1C42590C8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0" dirty="0">
                <a:latin typeface="Arial" panose="020B0604020202020204" pitchFamily="34" charset="0"/>
                <a:cs typeface="Arial" panose="020B0604020202020204" pitchFamily="34" charset="0"/>
              </a:rPr>
              <a:t>Porównanie </a:t>
            </a:r>
            <a:br>
              <a:rPr lang="pl-PL" b="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l-PL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1D8482F2-D703-7F48-F860-F5099ACEAB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4316019"/>
              </p:ext>
            </p:extLst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5367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F711B-74C1-2D9E-B15F-D761F3C2D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E8FA7E4-7C0F-0C80-BEDE-F550369E8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0" dirty="0">
                <a:latin typeface="Arial" panose="020B0604020202020204" pitchFamily="34" charset="0"/>
                <a:cs typeface="Arial" panose="020B0604020202020204" pitchFamily="34" charset="0"/>
              </a:rPr>
              <a:t>Podsumowanie</a:t>
            </a:r>
            <a:br>
              <a:rPr lang="pl-PL" b="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l-PL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4001400F-A83F-7C9F-F4EA-65F77D4AB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l-PL" sz="2400" dirty="0"/>
              <a:t>PIC18 to wydajne 8-bitowe kontrolery wykorzystywane do prostszych zadań, natomiast PIC24 to bardziej złożone 16-bitowe układy używane w zaawansowanych systemów wbudowanych. Oba rodzaje są programowane przy użyciu środowiska MPLAB IDE w języku C.</a:t>
            </a:r>
          </a:p>
        </p:txBody>
      </p:sp>
    </p:spTree>
    <p:extLst>
      <p:ext uri="{BB962C8B-B14F-4D97-AF65-F5344CB8AC3E}">
        <p14:creationId xmlns:p14="http://schemas.microsoft.com/office/powerpoint/2010/main" val="3368051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FF2CC1-78D0-2818-17CB-E3BC0BE2F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DD9F69C-F184-837A-45E9-01732717F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Płytka drukowana">
            <a:extLst>
              <a:ext uri="{FF2B5EF4-FFF2-40B4-BE49-F238E27FC236}">
                <a16:creationId xmlns:a16="http://schemas.microsoft.com/office/drawing/2014/main" id="{F0819F2A-D5F0-A59C-EEE2-8716B2871F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391" r="9091"/>
          <a:stretch>
            <a:fillRect/>
          </a:stretch>
        </p:blipFill>
        <p:spPr>
          <a:xfrm>
            <a:off x="20" y="-1"/>
            <a:ext cx="12191980" cy="6858001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A120316-C157-8C53-6542-847D3927B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32383"/>
            <a:ext cx="12192000" cy="4525617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5000">
                <a:srgbClr val="000000">
                  <a:alpha val="35000"/>
                </a:srgbClr>
              </a:gs>
              <a:gs pos="100000">
                <a:srgbClr val="000000">
                  <a:alpha val="45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3F12DA9-E29C-3BA8-A535-B17475437E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5649" y="1790058"/>
            <a:ext cx="9040702" cy="1925898"/>
          </a:xfrm>
        </p:spPr>
        <p:txBody>
          <a:bodyPr>
            <a:normAutofit/>
          </a:bodyPr>
          <a:lstStyle/>
          <a:p>
            <a:r>
              <a:rPr lang="pl-PL" sz="6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Dziękuję za uwagę</a:t>
            </a:r>
          </a:p>
        </p:txBody>
      </p:sp>
    </p:spTree>
    <p:extLst>
      <p:ext uri="{BB962C8B-B14F-4D97-AF65-F5344CB8AC3E}">
        <p14:creationId xmlns:p14="http://schemas.microsoft.com/office/powerpoint/2010/main" val="40594046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358</Words>
  <Application>Microsoft Office PowerPoint</Application>
  <PresentationFormat>Panoramiczny</PresentationFormat>
  <Paragraphs>20</Paragraphs>
  <Slides>8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8</vt:i4>
      </vt:variant>
    </vt:vector>
  </HeadingPairs>
  <TitlesOfParts>
    <vt:vector size="11" baseType="lpstr">
      <vt:lpstr>Arial</vt:lpstr>
      <vt:lpstr>Neue Haas Grotesk Text Pro</vt:lpstr>
      <vt:lpstr>VanillaVTI</vt:lpstr>
      <vt:lpstr>CPU PIC 24, CPU PIC 18</vt:lpstr>
      <vt:lpstr>Mikrokontrolery PIC</vt:lpstr>
      <vt:lpstr>CPU PIC24 i CPU PIC18</vt:lpstr>
      <vt:lpstr>CPU PIC18</vt:lpstr>
      <vt:lpstr>CPU PIC24</vt:lpstr>
      <vt:lpstr>Porównanie  </vt:lpstr>
      <vt:lpstr>Podsumowanie </vt:lpstr>
      <vt:lpstr>Dziękuję za uwagę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Łukasz Malinowski</dc:creator>
  <cp:lastModifiedBy>Łukasz Malinowski</cp:lastModifiedBy>
  <cp:revision>15</cp:revision>
  <dcterms:created xsi:type="dcterms:W3CDTF">2026-03-17T10:45:30Z</dcterms:created>
  <dcterms:modified xsi:type="dcterms:W3CDTF">2026-03-17T20:03:07Z</dcterms:modified>
</cp:coreProperties>
</file>